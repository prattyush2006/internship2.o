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jpg" ContentType="image/jp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x="20104100" cy="11309350"/>
  <p:notesSz cx="20104100" cy="1130935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507807" y="3505898"/>
            <a:ext cx="17088486" cy="237496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3015615" y="6333236"/>
            <a:ext cx="14072870" cy="28273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1005205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10353611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005205" y="452374"/>
            <a:ext cx="18093690" cy="18094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05205" y="2601150"/>
            <a:ext cx="18093690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jpg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jpg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jpg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.jpg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.jpg"/></Relationships>
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.jpg"/></Relationships>
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jpg"/></Relationships>
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8.jpg"/></Relationships>
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9.jpg"/></Relationships>
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0.jpg"/></Relationships>
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1.jpg"/></Relationships>
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2.jpg"/></Relationships>
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3.jpg"/></Relationships>
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4.jpg"/></Relationships>
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5.jpg"/></Relationships>
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6.jpg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terms:created xsi:type="dcterms:W3CDTF">2026-07-13T08:42:41Z</dcterms:created>
  <dcterms:modified xsi:type="dcterms:W3CDTF">2026-07-13T08:42:41Z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2026-07-13T00:00:00Z</vt:filetime>
  </property>
  <property fmtid="{D5CDD505-2E9C-101B-9397-08002B2CF9AE}" pid="3" name="LastSaved">
    <vt:filetime>2026-07-13T00:00:00Z</vt:filetime>
  </property>
</Properties>
</file>