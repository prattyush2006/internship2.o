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37" d="100"/>
          <a:sy n="37" d="100"/>
        </p:scale>
        <p:origin x="499" y="4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Custom</PresentationFormat>
  <Paragraphs>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cp:lastModifiedBy>Prattyush Awasthi</cp:lastModifiedBy>
  <cp:revision>1</cp:revision>
  <dcterms:created xsi:type="dcterms:W3CDTF">2026-07-13T08:42:41Z</dcterms:created>
  <dcterms:modified xsi:type="dcterms:W3CDTF">2026-07-13T09:53:23Z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2026-07-13T00:00:00Z</vt:filetime>
  </property>
  <property fmtid="{D5CDD505-2E9C-101B-9397-08002B2CF9AE}" pid="3" name="LastSaved">
    <vt:filetime>2026-07-13T00:00:00Z</vt:filetime>
  </property>
</Properties>
</file>